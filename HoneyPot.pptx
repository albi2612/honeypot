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3" r:id="rId4"/>
    <p:sldId id="258" r:id="rId5"/>
    <p:sldId id="260" r:id="rId6"/>
    <p:sldId id="265" r:id="rId7"/>
    <p:sldId id="262" r:id="rId8"/>
    <p:sldId id="261" r:id="rId9"/>
    <p:sldId id="264" r:id="rId10"/>
    <p:sldId id="266" r:id="rId11"/>
    <p:sldId id="292" r:id="rId12"/>
    <p:sldId id="1049" r:id="rId13"/>
    <p:sldId id="104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C6A"/>
    <a:srgbClr val="320175"/>
    <a:srgbClr val="41258C"/>
    <a:srgbClr val="010D1D"/>
    <a:srgbClr val="080C39"/>
    <a:srgbClr val="18297E"/>
    <a:srgbClr val="152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E6BD-149D-4DE2-9676-5075D30B244B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FF504-B20A-4C29-8AC3-01A0B9FB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7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FFD9-21D6-68F3-CAD3-A0C9670B6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F6071-7C19-5B6F-B1B4-5C0909A26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308F-2026-22DD-E4ED-4379E781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AE21B-B88E-DD9B-593C-9F1188AE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2B35A-CCC0-3373-9466-D84E04D2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3ECE-1355-5E23-C56D-3856344C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423D2-8DAA-F2DF-DA74-4E4F2A89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C7ED3-8C15-B68C-12E0-620107FC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88BC-434B-9F36-820E-098AD4F5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62FAE-AC32-7D09-A618-1DD814B5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0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C8C0-F0DA-4FB0-EBEE-53CFAA25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F44B7-80BB-84B2-7CF5-335E0525C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70E6-1A19-A019-4CFD-BFD40EEA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96179-0BD8-FC50-4FCB-C2EC6E44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ED6AC-F435-CF4F-16D9-B0CDBCF3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5F75-6FA8-2203-BDAF-A98E6A43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2550-3665-C389-0F2F-D62838C43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6BC83-C1FD-0BF5-5F73-F362E02D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F653F-ED34-E8DD-E389-B03F56C5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66D84-6D4D-BD33-A4B7-39E1223F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6D329-0587-73F9-FA3F-26328583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836C-64F1-C9B0-9FFD-D2B87F8D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A1F1F-F8C9-016F-3894-DBA8EC20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0D274-369D-D944-784F-E86FEB359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F1805-12CE-2F40-C853-A270037CD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D1F4D-ACE0-D3B8-4A3F-EF3235F5C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08A7F-350E-9AA9-CAA4-B3C8A4BE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F8CBCA-F83C-3B7F-099F-DAA21447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3F147-DE2A-9131-CB9A-64A9AD3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7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2432-A462-34A1-E262-4E8D232B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7FC41-85EB-4B76-29A2-4B93550C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EE1EA-AB37-F8B3-003D-26356185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29E8B-5D02-88F5-587F-13FCA94B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8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86576-838E-C7D6-682B-5C66CE6D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EC23D-4436-B11D-DC32-CAF0A3BB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41789-7676-BD65-BE1F-A8F54B97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4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D2EE-38F0-92C7-B4C6-1407D355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47559-832D-F5B1-FB5C-998758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224E-4028-8298-E2EA-629044263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144D1-2C06-DFCF-B0E3-475E2685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6F18F-AD1A-4C5B-A2C0-367AF848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0F8AD-9571-0F21-5D9E-F0B956AF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9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55E1-6D89-C403-0393-A675267D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AEFFF-C91F-3510-06D7-F2E6AF7D1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FC449-EA75-3C52-B7C4-03C268949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3DA49-908B-8C91-AC59-86998772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D5344-2D41-5CA3-3913-5DAC1BD3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1734-4395-C153-5FFF-2E62BAED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7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7298-1CF8-5A78-9F4D-30043A74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30058-B063-2C0A-23F8-F03651AEC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C902-BEAD-7425-9F2E-4CE71F00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DCD83-7678-6A6B-B392-7AB56BD4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E106D-E184-923D-2EC6-E754024C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2E1F8-1ED7-1046-ABC5-E90F98B0D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A97F2-DB6A-B1A5-A7F5-9F5A87EC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349C7-2757-0ADB-E2BC-5A0A45FF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F1977-0AAE-E3E4-3417-6FF1A585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D8FA-EF38-F0F2-2553-5825025F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5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5E2687-2924-3BA1-3F98-CB01309C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2CAA9-535E-0C37-8364-82B1ECFEE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D9BB-F848-41CD-85E7-9C1E34481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4D2E-4D99-4697-A294-4A64860C3E80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B9C8F-EDE4-59A2-CBDB-7053EB1E8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16B5-23EF-69BF-B0C2-F27597FEC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8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8297E"/>
            </a:gs>
            <a:gs pos="72000">
              <a:srgbClr val="080C39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771131" y="1534008"/>
            <a:ext cx="1026814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0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6600" dirty="0" smtClean="0">
                <a:solidFill>
                  <a:schemeClr val="bg1"/>
                </a:solidFill>
                <a:latin typeface="Monotype Corsiva" panose="03010101010201010101" pitchFamily="66" charset="0"/>
              </a:rPr>
              <a:t>PYTHON-BASED</a:t>
            </a:r>
          </a:p>
          <a:p>
            <a:pPr algn="ctr"/>
            <a:r>
              <a:rPr lang="en-US" sz="6600" dirty="0" smtClean="0">
                <a:solidFill>
                  <a:schemeClr val="bg1"/>
                </a:solidFill>
                <a:latin typeface="Monotype Corsiva" panose="03010101010201010101" pitchFamily="66" charset="0"/>
              </a:rPr>
              <a:t>HONEYPOT</a:t>
            </a:r>
          </a:p>
          <a:p>
            <a:pPr algn="ctr"/>
            <a:endParaRPr lang="en-US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05202" y="5073499"/>
            <a:ext cx="38330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BY: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ALBI VARGHESE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22XU1A0587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0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6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3886" y="404260"/>
            <a:ext cx="11608068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What is a honeypot?</a:t>
            </a:r>
          </a:p>
          <a:p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A </a:t>
            </a:r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honeypot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 is a security mechanism designed to attract and trap cyber attackers. It acts like a </a:t>
            </a:r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decoy system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 that looks real but is actually isolated and monitored. When hackers try to break in, the honeypot records their actions — like login attempts, commands, or malware uploads — without exposing the real </a:t>
            </a: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network.</a:t>
            </a:r>
            <a:r>
              <a:rPr lang="en-US" sz="2800" dirty="0" smtClean="0">
                <a:latin typeface="Agency FB" panose="020B0503020202020204" pitchFamily="34" charset="0"/>
              </a:rPr>
              <a:t>.</a:t>
            </a:r>
          </a:p>
          <a:p>
            <a:endParaRPr lang="en-US" sz="2800" dirty="0" smtClean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Why honeypots are used in </a:t>
            </a:r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Cybersecurity</a:t>
            </a:r>
            <a:r>
              <a:rPr lang="en-US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</a:p>
          <a:p>
            <a:endParaRPr lang="en-US" sz="2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 </a:t>
            </a:r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cybersecurity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, honeypots are used to </a:t>
            </a:r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study attack patterns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, detect unauthorized access, and </a:t>
            </a:r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strengthen defenses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. They help security teams understand how attackers think and what tools they use, making it easier to prevent real-world attacks.</a:t>
            </a:r>
            <a:endParaRPr lang="en-US" sz="2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800" dirty="0" smtClean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US" sz="44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1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9389" y="567891"/>
            <a:ext cx="11357811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PROJECT OVERVIEW:</a:t>
            </a:r>
          </a:p>
          <a:p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This project is a simple Python-based honeypot that consists of two main components</a:t>
            </a:r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:</a:t>
            </a:r>
          </a:p>
          <a:p>
            <a:endParaRPr lang="en-US" sz="22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1. SSH-Based Honeypot   – </a:t>
            </a:r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This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module imitates an SSH server to lure attackers trying to gain unauthorized </a:t>
            </a:r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remote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access. It records their login attempts, commands, and interaction patterns.</a:t>
            </a:r>
          </a:p>
          <a:p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2. Web-Based Honeypot –  </a:t>
            </a:r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This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part simulates a fake web login page to attract web attack. It captures any credentials entered and monitors the behavior of the intruder</a:t>
            </a:r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.</a:t>
            </a:r>
          </a:p>
          <a:p>
            <a:endParaRPr lang="en-US" sz="22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The honeypot is designed to 'collect key information' about each attack, including: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1. The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'attacker’s IP address', to identify the source of the intrusion.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2. The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'Tactics, Techniques, and Procedures (TTPs)' used by the attacker, helping to analyze their methods </a:t>
            </a:r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and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tools.</a:t>
            </a:r>
          </a:p>
          <a:p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3.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The 'time and nature of the attack', giving insights into when and how the intrusion occurred.</a:t>
            </a:r>
          </a:p>
          <a:p>
            <a:endParaRPr lang="en-US" sz="2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By 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gathering this data, the honeypot helps in 'understanding attacker behavior' and improving the overall security posture of the system.</a:t>
            </a:r>
          </a:p>
          <a:p>
            <a:endParaRPr lang="en-US" sz="1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18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8910" y="378691"/>
            <a:ext cx="10954327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SYSTEM ARCHITECTURE:</a:t>
            </a:r>
          </a:p>
          <a:p>
            <a:endParaRPr lang="en-US" sz="11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196" y="1667308"/>
            <a:ext cx="75914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4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95928" y="535708"/>
            <a:ext cx="11176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MODULE DESIGN:</a:t>
            </a:r>
          </a:p>
          <a:p>
            <a:r>
              <a:rPr lang="en-US" sz="11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US" sz="11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1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1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1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11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</a:p>
          <a:p>
            <a:endParaRPr lang="en-US" sz="11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1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1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1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1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873" y="2032992"/>
            <a:ext cx="7902788" cy="42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6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0291" y="480291"/>
            <a:ext cx="1090814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TOOLS AND TECHNOLOGIES:</a:t>
            </a:r>
          </a:p>
          <a:p>
            <a:endParaRPr lang="en-US" sz="40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Language : Python</a:t>
            </a: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Framework/Libraries :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Paramiko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, flask, socket, threading and logging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Operating System Used : Windows and Ubuntu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IDE :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PyCharm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Picture 5" descr="Raspberry launches a free code editor to learn &lt;strong&gt;Python&lt;/strong&gt;, the language of ...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45" y="1630989"/>
            <a:ext cx="3389745" cy="1853356"/>
          </a:xfrm>
          <a:prstGeom prst="rect">
            <a:avLst/>
          </a:prstGeom>
        </p:spPr>
      </p:pic>
      <p:pic>
        <p:nvPicPr>
          <p:cNvPr id="2" name="Picture 1" descr="What is &lt;strong&gt;Flask&lt;/strong&gt; (web framework) in Python?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45" y="4514248"/>
            <a:ext cx="3389745" cy="1872454"/>
          </a:xfrm>
          <a:prstGeom prst="rect">
            <a:avLst/>
          </a:prstGeom>
        </p:spPr>
      </p:pic>
      <p:pic>
        <p:nvPicPr>
          <p:cNvPr id="3" name="Picture 2" descr="&lt;strong&gt;Honey Pot&lt;/strong&gt; In A Network at Joan Dudley blo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604" y="4514248"/>
            <a:ext cx="3734602" cy="1872454"/>
          </a:xfrm>
          <a:prstGeom prst="rect">
            <a:avLst/>
          </a:prstGeom>
        </p:spPr>
      </p:pic>
      <p:pic>
        <p:nvPicPr>
          <p:cNvPr id="5" name="Picture 4" descr="&lt;strong&gt;PyCharm&lt;/strong&gt;: the Python IDE for Professional Developers by JetBrains ...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9" y="4514248"/>
            <a:ext cx="3197241" cy="187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473" y="424872"/>
            <a:ext cx="109450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SSH HONEYPOT RUNNING: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run the SSH Honeypot we run the command in terminal: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‘python honeypy.py -a 127.0.0.1 -p 2223 -u --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ssh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Then open the PowerShell or bash and run a SSH command :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ssh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–p 2223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ssh@username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(which is IP machine)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Created a server and client-handle.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8" y="3620655"/>
            <a:ext cx="7934036" cy="297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6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2655" y="526473"/>
            <a:ext cx="844203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WEB-BASED HONEYPOT: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This web-based honeypot is created using flask and front-end using HTML.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This is the baseline code for the web-based :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Code in python: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	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def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web_honeypot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input_username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="admin", 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input_password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='password'):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		app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= Flask(__name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__)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		@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app.route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('/')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	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def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index():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  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		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return </a:t>
            </a: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render_template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('wp-admin.html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')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After a successful login the page will display a ‘DEEBOODAH’.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Run the module: Check the first link.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873" y="3509819"/>
            <a:ext cx="5098472" cy="314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7927" y="277090"/>
            <a:ext cx="1157316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HTML PAGE:</a:t>
            </a:r>
          </a:p>
          <a:p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The html page is a login page asking for username and password.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After a successful login , new page with a text: ‘DEEBOODAH’.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84" y="3097354"/>
            <a:ext cx="3565525" cy="35503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73" y="3097355"/>
            <a:ext cx="3759199" cy="355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64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2508" y="304800"/>
            <a:ext cx="1185949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LOGS: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capture what the attacker has entered, I have created log files:</a:t>
            </a: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The honeypot utilizes Python’s built-in logging framework to record all activity logs. The logging system is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implemented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using the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‘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logging.handlers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’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module, specifically the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‘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RotatingFileHandler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’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class, to efficiently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manage        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log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files by automatically rotating them once they reach a specified size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.</a:t>
            </a: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Two log files have been created for this honey-based:</a:t>
            </a:r>
          </a:p>
          <a:p>
            <a:pPr marL="457200" indent="-457200">
              <a:buAutoNum type="arabicPeriod"/>
            </a:pP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cmd_audits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(for SSH-based Honeypot)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h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tml_audits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(for HTML-based Honeypot)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These are the logs generated: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	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cmd_audits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                                                   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html_audits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27" y="5065711"/>
            <a:ext cx="4313380" cy="17922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253" y="5065711"/>
            <a:ext cx="4128656" cy="179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9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7164" y="452582"/>
            <a:ext cx="1160087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FUTURE IMPROVEMENTS: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 the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HoneyPot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in a ‘VPS’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a alert system for suspicious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Integrate database for log servers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Add GUI dashboard to visualize a attack.</a:t>
            </a: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1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9="http://schemas.microsoft.com/office/powerpoint/2015/09/main" xmlns:p15="http://schemas.microsoft.com/office/powerpoint/2012/main" xmlns:a14="http://schemas.microsoft.com/office/drawing/2010/main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5709" y="480291"/>
            <a:ext cx="1149003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CONCLUSION:</a:t>
            </a: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Honeypots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play a crucial role in modern cybersecurity by serving as decoy systems that attract and analyze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malicious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activities.</a:t>
            </a:r>
          </a:p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This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project demonstrates how honeypots can be effectively used to study attacker behavior, identify intrusion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patterns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, and strengthen overall network defense through deception techniques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By observing real-world attack methods in a controlled environment, valuable insights can be gained to enhance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threat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detection and improve security strategies.</a:t>
            </a:r>
          </a:p>
        </p:txBody>
      </p:sp>
    </p:spTree>
    <p:extLst>
      <p:ext uri="{BB962C8B-B14F-4D97-AF65-F5344CB8AC3E}">
        <p14:creationId xmlns:p14="http://schemas.microsoft.com/office/powerpoint/2010/main" val="20913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9="http://schemas.microsoft.com/office/powerpoint/2015/09/main" xmlns:p15="http://schemas.microsoft.com/office/powerpoint/2012/main" xmlns:a14="http://schemas.microsoft.com/office/drawing/2010/main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0"/>
            <a:ext cx="975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5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9="http://schemas.microsoft.com/office/powerpoint/2015/09/main" xmlns:p15="http://schemas.microsoft.com/office/powerpoint/2012/main" xmlns:a14="http://schemas.microsoft.com/office/drawing/2010/main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47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080C39"/>
      </a:accent1>
      <a:accent2>
        <a:srgbClr val="18297E"/>
      </a:accent2>
      <a:accent3>
        <a:srgbClr val="41258C"/>
      </a:accent3>
      <a:accent4>
        <a:srgbClr val="320175"/>
      </a:accent4>
      <a:accent5>
        <a:srgbClr val="2993FF"/>
      </a:accent5>
      <a:accent6>
        <a:srgbClr val="7F739A"/>
      </a:accent6>
      <a:hlink>
        <a:srgbClr val="FFFFFF"/>
      </a:hlink>
      <a:folHlink>
        <a:srgbClr val="59595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652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Agency FB</vt:lpstr>
      <vt:lpstr>Algerian</vt:lpstr>
      <vt:lpstr>Arial</vt:lpstr>
      <vt:lpstr>Arial Black</vt:lpstr>
      <vt:lpstr>Calibri</vt:lpstr>
      <vt:lpstr>Calibri Light</vt:lpstr>
      <vt:lpstr>Monotype Corsiva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albi Varghese</cp:lastModifiedBy>
  <cp:revision>25</cp:revision>
  <dcterms:created xsi:type="dcterms:W3CDTF">2023-06-08T10:24:05Z</dcterms:created>
  <dcterms:modified xsi:type="dcterms:W3CDTF">2025-11-02T12:00:01Z</dcterms:modified>
</cp:coreProperties>
</file>